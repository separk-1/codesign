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2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74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5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59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6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9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24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40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39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73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18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647BB-E165-46F7-A431-EA24D72740CB}" type="datetimeFigureOut">
              <a:rPr lang="en-GB" smtClean="0"/>
              <a:t>20/12/2022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9CA7C-A32A-4E07-8F73-9365E994A49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40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C01V04 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2329" y="1568824"/>
            <a:ext cx="26535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DEXPI Reference P&amp;ID. </a:t>
            </a:r>
          </a:p>
          <a:p>
            <a:r>
              <a:rPr lang="de-DE" dirty="0"/>
              <a:t>Alle </a:t>
            </a:r>
            <a:r>
              <a:rPr lang="de-DE" dirty="0" err="1"/>
              <a:t>Disciplines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included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Piping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Instrumentation &amp; </a:t>
            </a:r>
            <a:r>
              <a:rPr lang="de-DE" dirty="0" err="1"/>
              <a:t>Electrical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87FA0E-00EA-12EB-3569-3EF10DEA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596" y="1236197"/>
            <a:ext cx="7281333" cy="514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0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Graphics </a:t>
            </a:r>
            <a:r>
              <a:rPr lang="de-DE" dirty="0" err="1"/>
              <a:t>of</a:t>
            </a:r>
            <a:r>
              <a:rPr lang="de-DE" dirty="0"/>
              <a:t> C01V04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7F777F5-2E2B-8E58-6B5D-862A1FFA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1873120"/>
            <a:ext cx="10734675" cy="446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4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Tables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C01V04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411FB7F-9121-BEA1-C237-A4743059D5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437"/>
          <a:stretch/>
        </p:blipFill>
        <p:spPr>
          <a:xfrm>
            <a:off x="607540" y="1419225"/>
            <a:ext cx="10003310" cy="310370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D4417B4-B535-1D3B-042B-38AA714DAE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41" t="51258"/>
          <a:stretch/>
        </p:blipFill>
        <p:spPr>
          <a:xfrm>
            <a:off x="595798" y="4682375"/>
            <a:ext cx="5013397" cy="15128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6FA5A79-C5D4-88B3-3839-89F21E992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547" y="4682375"/>
            <a:ext cx="577295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18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Breitbild</PresentationFormat>
  <Paragraphs>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C01V04 </vt:lpstr>
      <vt:lpstr>Graphics of C01V04</vt:lpstr>
      <vt:lpstr>Tables of C01V04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Gomez</dc:creator>
  <cp:lastModifiedBy>Manfred Theißen</cp:lastModifiedBy>
  <cp:revision>5</cp:revision>
  <dcterms:created xsi:type="dcterms:W3CDTF">2017-03-14T15:33:03Z</dcterms:created>
  <dcterms:modified xsi:type="dcterms:W3CDTF">2022-12-20T12:15:38Z</dcterms:modified>
</cp:coreProperties>
</file>